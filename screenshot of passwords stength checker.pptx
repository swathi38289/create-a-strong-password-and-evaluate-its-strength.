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athi R" userId="e83589ed13e026d8" providerId="LiveId" clId="{A5849116-23D9-445E-931E-4F226475B3A5}"/>
    <pc:docChg chg="modSld">
      <pc:chgData name="swathi R" userId="e83589ed13e026d8" providerId="LiveId" clId="{A5849116-23D9-445E-931E-4F226475B3A5}" dt="2026-02-21T06:12:59.331" v="5" actId="1076"/>
      <pc:docMkLst>
        <pc:docMk/>
      </pc:docMkLst>
      <pc:sldChg chg="modSp mod">
        <pc:chgData name="swathi R" userId="e83589ed13e026d8" providerId="LiveId" clId="{A5849116-23D9-445E-931E-4F226475B3A5}" dt="2026-02-21T06:12:59.331" v="5" actId="1076"/>
        <pc:sldMkLst>
          <pc:docMk/>
          <pc:sldMk cId="3237042017" sldId="256"/>
        </pc:sldMkLst>
        <pc:picChg chg="mod">
          <ac:chgData name="swathi R" userId="e83589ed13e026d8" providerId="LiveId" clId="{A5849116-23D9-445E-931E-4F226475B3A5}" dt="2026-02-21T06:12:59.331" v="5" actId="1076"/>
          <ac:picMkLst>
            <pc:docMk/>
            <pc:sldMk cId="3237042017" sldId="256"/>
            <ac:picMk id="5" creationId="{02FF44F5-DEA9-59E0-63F0-0E75279C10B0}"/>
          </ac:picMkLst>
        </pc:picChg>
        <pc:picChg chg="mod">
          <ac:chgData name="swathi R" userId="e83589ed13e026d8" providerId="LiveId" clId="{A5849116-23D9-445E-931E-4F226475B3A5}" dt="2026-02-21T06:11:10.651" v="2" actId="1076"/>
          <ac:picMkLst>
            <pc:docMk/>
            <pc:sldMk cId="3237042017" sldId="256"/>
            <ac:picMk id="7" creationId="{9E58AC53-CD02-5517-AD87-9A2383C4EDD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7A31F-F7E9-0263-88A9-CDDEE84B6C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59FEA8-2E20-B515-FD08-1D3A3E6B89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9FEBF-2B7B-5F45-E359-9164AD66E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12EC3-7B8D-4387-B237-4968ADB4561E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FED9D-F3A1-654E-577A-373AA651E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5CD0F-4D73-F140-E417-5B1EA6DF9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62204-DEE8-46C9-85C4-854C289A4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724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7B439-1FD6-6DF8-7B42-88CC5EBE6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6D4C0-59E2-D45E-EEDF-3388D8242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19A34-2D17-4787-2DC1-C9F7484D1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12EC3-7B8D-4387-B237-4968ADB4561E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923F8-C627-7E34-997F-7528D18DE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D2938-8815-9461-58B9-73AA839B4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62204-DEE8-46C9-85C4-854C289A4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195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5E3B4-2F86-5A03-826A-D3C924482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C59AB-8264-FB31-22E8-8BF4EDF09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82EC6-5680-165D-318C-CF7587799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12EC3-7B8D-4387-B237-4968ADB4561E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1541A-A418-49B9-AFAF-5EA2C136D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CCD30-6B77-03D3-9FA5-79939FDDD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62204-DEE8-46C9-85C4-854C289A4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254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C98D9-4A9D-72E4-C67B-E0D97DFCE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54C4B-A92B-5561-C355-56F90184D5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B3D155-EF97-7153-0F22-9934A9F436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D02E7D-CCE8-B0D9-A277-7C1F51EF4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12EC3-7B8D-4387-B237-4968ADB4561E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BCD14-557C-D17C-3A58-A9B9EDF6C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FFEAD-4B81-B799-8BBC-8000FB8E6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62204-DEE8-46C9-85C4-854C289A4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588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172F4-793F-4775-025E-778390140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3435C8-D5C1-F5AA-1E5F-C9110B68A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F198B8-FAE7-55E5-5651-3F3C4CD9A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DEEB19-4FFE-6C9D-9710-F4C12E98E8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76721E-B960-0887-153E-0A19D891FD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429E8C-0042-D7BB-5514-751680115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12EC3-7B8D-4387-B237-4968ADB4561E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0D524A-B73D-D097-C245-E062F1231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765B86-63ED-22A5-5C71-0CD99D298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62204-DEE8-46C9-85C4-854C289A4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924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B0CBF-7B9F-A0AE-F4CF-23C30A4CE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4D854-2E31-BF30-C0F4-E3F8A7589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12EC3-7B8D-4387-B237-4968ADB4561E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6091A5-B1AF-00CA-A072-504CD9103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087310-669E-EFEC-F708-25A8B18DB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62204-DEE8-46C9-85C4-854C289A4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973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EA6D04-99A6-E66A-4449-B55F1CF0F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12EC3-7B8D-4387-B237-4968ADB4561E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BF9638-57D8-DD25-E1FE-F5A76BE3F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6795AF-5F6A-568C-38DA-B38BF1A25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62204-DEE8-46C9-85C4-854C289A4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197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4F4DC-EE13-3EE0-6DFA-E381E281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B25CA-08CA-0022-45C5-F16187675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E4E87E-07BC-AF3C-FE42-0D184D82E1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3EDD62-9931-27D1-8698-B25CB6016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12EC3-7B8D-4387-B237-4968ADB4561E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2FF788-8D16-1A64-2DFE-2E29F10C3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0B188E-619E-FDC5-250D-CDE39EE16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62204-DEE8-46C9-85C4-854C289A4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0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E85CD-F1DC-8018-89D2-7E7857AF6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03D4A-3C2B-816E-190C-08CD6E0CDA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8369D1-C449-F6AC-FE6E-00C910043E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E9F09-1EAB-706F-0F96-F755A220B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12EC3-7B8D-4387-B237-4968ADB4561E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B4D294-5940-607A-C78B-B5B78C722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FF500-1000-BD06-7681-73E38AF73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62204-DEE8-46C9-85C4-854C289A4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234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A140A-CBC2-2EF5-D20D-EEF06224A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BC7F3C-0E69-DE1B-9039-7319462C7C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09A43-F34B-5356-AE71-E3099628A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12EC3-7B8D-4387-B237-4968ADB4561E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188B4-0A1C-2DAE-F2B1-56E1559B7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B99AD-5675-735E-BCFE-B1284AB1A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62204-DEE8-46C9-85C4-854C289A4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038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03BCCA-C7E1-AA0F-FDEB-977D4D0684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DFB4FD-6A15-4C2B-DF86-35B6AA80DF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AF86D-E114-E4F7-92DA-F9A58A064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12EC3-7B8D-4387-B237-4968ADB4561E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17A1B-E114-B54F-3A86-FF0F0EBB9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91D79-E398-C22E-CE53-0CD4209F5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62204-DEE8-46C9-85C4-854C289A4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143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9B866F-B05F-C5A7-3EEF-2ED67494E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C0C8AC-C3F8-A688-1530-2E0521340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9573F-7537-FEC0-9AF5-03F963EAE9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B12EC3-7B8D-4387-B237-4968ADB4561E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A7481-1312-4DD8-82D5-367350178B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2B10C-99DA-28AD-7032-84A741D9EB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962204-DEE8-46C9-85C4-854C289A4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968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399FA-95FF-C194-28B4-C24423BCF3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494A08-8DA0-6316-B6BA-9DB6BE55F9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FF44F5-DEA9-59E0-63F0-0E75279C10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7652" y="-60326"/>
            <a:ext cx="6783631" cy="71405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58AC53-CD02-5517-AD87-9A2383C4ED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5979" y="0"/>
            <a:ext cx="54765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042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swathi R</dc:creator>
  <cp:lastModifiedBy>swathi R</cp:lastModifiedBy>
  <cp:revision>1</cp:revision>
  <dcterms:created xsi:type="dcterms:W3CDTF">2026-02-21T06:05:45Z</dcterms:created>
  <dcterms:modified xsi:type="dcterms:W3CDTF">2026-02-21T06:13:10Z</dcterms:modified>
</cp:coreProperties>
</file>